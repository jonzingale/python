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Negotiated Baskets Trading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High-Level Specification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Streamlines negotiating baskets of securities.</a:t>
            </a:r>
          </a:p>
          <a:p>
            <a:r>
              <a:t>Spreadsheet-like workflow for traders.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Technologies: Python (backend), Vue.js (frontend), IKIT and Markit (remote DB).</a:t>
            </a:r>
          </a:p>
          <a:p>
            <a:r>
              <a:t>External Systems: Bloomberg (market data), Markit (reference data), IKIT (logged data).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Inputs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Inputs:</a:t>
            </a:r>
          </a:p>
          <a:p>
            <a:r>
              <a:t> Inventory: user may paste data or upload as CSV file</a:t>
            </a:r>
          </a:p>
          <a:p>
            <a:r>
              <a:t> Bloomberg: fetches unheld security data and for updating with market data (real-time or daily)</a:t>
            </a:r>
          </a:p>
          <a:p>
            <a:r>
              <a:t> Markit: provides held security reference details—daily updates are sufficient</a:t>
            </a:r>
          </a:p>
          <a:p/>
          <a:p>
            <a:r>
              <a:t>Outputs:</a:t>
            </a:r>
          </a:p>
          <a:p>
            <a:r>
              <a:t> Basket file: final ISINs and corresponding weights ready for execution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Interface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Spreadsheet-like grid (Excel users).</a:t>
            </a:r>
          </a:p>
          <a:p>
            <a:r>
              <a:t>Filtering by attributes (sector, issuer, etc.).</a:t>
            </a:r>
          </a:p>
          <a:p>
            <a:r>
              <a:t>Highlighting flagged items.</a:t>
            </a:r>
          </a:p>
          <a:p>
            <a:r>
              <a:t>Hiding unused columns</a:t>
            </a:r>
          </a:p>
          <a:p>
            <a:r>
              <a:t>Parameterizable fields, locked reference data.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Modules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backend modules for the application:</a:t>
            </a:r>
          </a:p>
          <a:p>
            <a:r>
              <a:t> Database:</a:t>
            </a:r>
          </a:p>
          <a:p>
            <a:r>
              <a:t>  - Security master: inventory, reference fund, model fund</a:t>
            </a:r>
          </a:p>
          <a:p>
            <a:r>
              <a:t>  - Logging: actions, data changes</a:t>
            </a:r>
          </a:p>
          <a:p>
            <a:r>
              <a:t> Inventory uploader:</a:t>
            </a:r>
          </a:p>
          <a:p>
            <a:r>
              <a:t>  - Supports pastable form fields and CSV upload</a:t>
            </a:r>
          </a:p>
          <a:p>
            <a:r>
              <a:t> Basket file downloader:</a:t>
            </a:r>
          </a:p>
          <a:p>
            <a:r>
              <a:t>  - Exports final basket (ISINs/weights) for execution</a:t>
            </a:r>
          </a:p>
          <a:p>
            <a:r>
              <a:t> Portfolio shape:</a:t>
            </a:r>
          </a:p>
          <a:p>
            <a:r>
              <a:t>  - User-editable model weights, reference weights, calculated differences</a:t>
            </a:r>
          </a:p>
          <a:p>
            <a:r>
              <a:t> Constraint tables:</a:t>
            </a:r>
          </a:p>
          <a:p>
            <a:r>
              <a:t>  - User sets filters and rules to include/exclude securities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Workflow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Inputs:</a:t>
            </a:r>
          </a:p>
          <a:p>
            <a:r>
              <a:t>Inventory</a:t>
            </a:r>
          </a:p>
          <a:p>
            <a:r>
              <a:t>(BBG, Markit)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82880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Security Master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182880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Portfolio Shape &amp;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828800"/>
            <a:ext cx="2011680" cy="100584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Basket File Output (CSV)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468880" y="2331720"/>
            <a:ext cx="274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4754880" y="2331720"/>
            <a:ext cx="7315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79" y="2331720"/>
            <a:ext cx="731521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/ Open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Review with stakeholders.</a:t>
            </a:r>
          </a:p>
          <a:p>
            <a:r>
              <a:t> Does the workflow make sense?</a:t>
            </a:r>
          </a:p>
          <a:p>
            <a:r>
              <a:t> Is this approach scalable and aligned with institutional goals?</a:t>
            </a:r>
          </a:p>
          <a:p>
            <a:r>
              <a:t>Confirm UI requirements, including:</a:t>
            </a:r>
          </a:p>
          <a:p>
            <a:r>
              <a:t> Research spreadsheet-like workflow options: Jspreadsheet, DHTMLX, Webix</a:t>
            </a:r>
          </a:p>
          <a:p>
            <a:r>
              <a:t> Schedule UI design meeting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